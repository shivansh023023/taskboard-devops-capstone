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01  |  FINAL CAPSTONE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TaskBoard — Cloud DevOps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Production-Grade Engineering, GitOps, DevSecOps, and Observability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Candidate &amp; Role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Shivansh Sharma — Senior DevOps, Cloud, &amp; Infrastructure Engineer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19272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29000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Problem Statement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Modern engineering teams require reliable, secure, and observable platforms that eliminate manual deployment drift and protect persistent application state.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443984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553712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Delivered Solution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 production-hardened microservices platform featuring React, FastAPI, PostgreSQL, multi-stage Docker non-root security, Trivy DevSecOps, automated CI/CD with GHCR, zero-downtime Kubernetes/Helm deployments, full Prometheus/Grafana observability, GitOps with ArgoCD, and modular Terraform AWS IaC.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ADE80"/>
                </a:solidFill>
              </a:defRPr>
            </a:pPr>
            <a:r>
              <a:t>SLIDE 02  |  ARCHITECTURE (M1 &amp; M8)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System Architecture &amp; Workload Topology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Multi-tier decoupled architecture with high availability and resilience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Presentation Tier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React/Vite single-page application served via optimized NGINX (Alpine Linux) listening on unprivileged port 8080.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19272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29000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Application Tier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FastAPI asynchronous REST API with Uvicorn worker processes, OpenAPI/Swagger documentation, and native Prometheus instrumentation.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443984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553712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Persistence Tier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PostgreSQL 16 relational database with SQLAlchemy 2.0 ORM, transactional migrations via Alembic, and persistent volume storage.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568696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678424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Edge Routing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NGINX Ingress Controller routing host 'taskboard.local' to frontend SPA ('/') and reverse proxying backend API ('/api').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03  |  TESTING SUITE (M1 &amp; M2)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Application Engineering &amp; Automated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Test-driven reliability with database isolation and zero regression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Pytest Test Suite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16 comprehensive test cases executing in 0.26s with 100% pass rate covering health, readiness, metadata, and task CRUD.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19272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29000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Isolated Test Fixtures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Integrated an in-memory SQLite database ('sqlite:///:memory:') using StaticPool fixtures to guarantee active PostgreSQL records (tasks 93 &amp; 94) are never purged.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443984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553712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Readiness Failure Simulation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Mocked database outage fixtures verifying that '/ready' accurately returns HTTP 503 Service Unavailable when the database is unreachable.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568696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678424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Frontend Bundle Validation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Compiled production bundle via Vite in 1.36s with zero linting or bundling errors, optimizing chunk delivery with Gzip compression.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SLIDE 04  |  CONTAINER SECURITY (M4)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Docker Multi-Stage &amp; Non-Root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Hardened container images implementing the principle of least privilege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Backend Runtime Identity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Built from 'python:3.13-slim-bookworm' with dedicated non-root user 'appuser' (UID 1000, GID 1000).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19272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29000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Frontend Runtime Identity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Engineered custom unprivileged 'nginx:alpine' runtime executing as 'nginx' (UID 101, GID 101) on port 8080.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443984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553712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Permission Remediation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Relocated NGINX PID to '/tmp/nginx.pid' and pre-assigned recursive ownership across '/var/cache/nginx', '/var/log/nginx', and '/usr/share/nginx/html'.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568696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678424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Docker Compose Orchestration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3-tier healthchecked stack (Postgres on 5433, Backend on 8000, Frontend on 3000) running with healthy container status and volume persistence.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05  |  CI/CD PIPELINE (M5)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CI/CD Automation &amp; GitHub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Continuous integration quality gates with immutable container publishing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Multi-Stage Pipeline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5 orchestrated jobs: backend-tests, frontend-build, docker-build-and-scan, publish-ghcr, and pipeline-summary.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19272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29000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PostgreSQL Service Container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Automated CI testing with live PostgreSQL 16 service, executing Alembic database migrations ('upgrade head') prior to Pytest.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443984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553712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Immutable GHCR Publishing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Publishes container images to GitHub Container Registry only on pushes to 'main', tagged with the exact Git commit SHA alongside 'main'.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568696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678424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Supply Chain Hardening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All third-party GitHub Actions pinned to exact immutable 40-character commit SHAs; minimal global permissions ('contents: read').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ADE80"/>
                </a:solidFill>
              </a:defRPr>
            </a:pPr>
            <a:r>
              <a:t>SLIDE 06  |  DEVSECOPS SCANNING (M6)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DevSecOps Vulnerability Management with Trivy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Shift-left vulnerability detection enforcing automated quality gates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Automated Container Scanning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Integrated Aqua Security Trivy container scanning directly into the CI/CD pipeline prior to image publication.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19272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29000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Strict Severity Policy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Pipeline automatically fails (exit code 1) upon detecting any fixable HIGH or CRITICAL severity vulnerability.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443984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553712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Frontend Scan Results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Trivy detected exactly 0 vulnerabilities in the 'taskboard-frontend:non-root' Alpine image.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568696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678424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Backend Scan Results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With '--ignore-unfixed', all 35 Python package dependencies and OS libraries verified clean of fixable High/Critical findings.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07  |  KUBERNETES &amp; HELM (M8)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Kubernetes &amp; Helm Deployment in Minikube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Resilient orchestration with high availability, Ingress, and Autoscaling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Multi-Replica Deployment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Both frontend and backend workloads actively running at 2 healthy replicas each in Minikube with non-root security contexts.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19272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29000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NGINX Ingress Routing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Configured Ingress for hostname 'taskboard.local' providing unified routing to frontend webroot and backend API endpoints.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443984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553712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Horizontal Pod Autoscaling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Backend HPA v2 actively monitoring CPU utilization (target 60%), scaling dynamically from 2 to 5 replicas under load.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568696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678424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Stateful Storage Safety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PostgreSQL deployed as StatefulSet backed by a bound 1Gi PersistentVolumeClaim, preserving data across pod rollouts.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ADE80"/>
                </a:solidFill>
              </a:defRPr>
            </a:pPr>
            <a:r>
              <a:t>SLIDE 08  |  OBSERVABILITY (M9)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Full-Stack Observability: Prometheus &amp; Grafana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Real-time metrics harvesting and populated performance dashboards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Prometheus Server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Prometheus v2.54.1 scraping cluster targets every 15s via Kubernetes RBAC and service discovery in 'monitoring' namespace.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19272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29000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Active Targets UP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Verified live scrape targets: 'taskboard-backend' (:8000/metrics), 'kubernetes-pods', and 'prometheus' all reporting state UP.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443984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553712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Grafana 11.1.0 Provisioning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Auto-provisioned Prometheus datasource and custom TaskBoard Overview dashboard rendering real metrics.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568696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678424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6 Key Dashboard Panels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HTTP Request Volume rate, Request Latency (p95 &amp; p99 ms), 5xx Error Rate, In-Progress Requests, CPU %, and Resident Memory (MB).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SLIDE 09  |  TERRAFORM / AWS (M7)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Infrastructure as Code: Terraform AWS 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Modular cloud architecture statically validated with zero budget risk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VPC &amp; Subnet Topology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Multi-AZ VPC across us-east-1a and us-east-1b with public and private subnets, NAT Gateway, and least-privilege security groups.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19272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29000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EKS Control Plane &amp; Nodes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Amazon EKS configured for Kubernetes 1.35 with private endpoint access and managed worker node groups enforcing IMDSv2.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443984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553712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Least-Privilege IRSA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Dedicated IAM OIDC role for AWS EBS CSI driver with Web Identity trust policy; worker node role decoupled from EBS permissions.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568696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678424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Honest Budget Constraint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Statically validated via 'terraform fmt' and 'terraform validate' (Success). Intentionally NOT deployed to maintain ₹0 cost.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10  |  GITOPS (M8 &amp; M10)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GitOps Continuous Reconciliation with ArgoCD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Declarative desired-state synchronization with stateful volume protection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Declarative GitOps Manifest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Engineered 'k8s/argocd/application.yaml' targeting the Git repository and 'helm/taskboard' chart path.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19272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29000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Stateful Storage Safety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Sync policy explicitly configures 'prune: false' to guarantee PVCs and database volumes are never purged by automated reconciliation.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443984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553712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Automated Drift Healing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Enabled 'selfHeal: true' to automatically detect and remediate manual configuration drift back to the Git source of truth.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568696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678424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Operational Runbook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Comprehensive installation guide, architecture diagram, and verification checklist documented in 'k8s/argocd/README.md'.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SLIDE 11  |  ENGINEERING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Technical Challenges &amp; Engineering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Key obstacles diagnosed and remediated during project execution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Nginx PID Permission Denied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Challenge: Alpine Nginx defaulted PID to '/run/nginx.pid' causing crash under non-root user. Fixed: Rewrote sed pattern to target '/run/' and '/tmp/nginx.pid'.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19272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29000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Debian APT Clock Skew in Docker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Challenge: Container build failed due to InRelease file future time. Fixed: Added '-o Acquire::Check-Valid-Until=false -o Acquire::Max-FutureTime=86400'.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443984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553712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Test Database Data Loss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Challenge: Pytest fixture issued table deletes on live PostgreSQL. Fixed: Migrated test suite to isolated in-memory SQLite preserving live tasks 93 &amp; 94.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568696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678424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Minikube Multi-Replica Alignment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Challenge: Workloads defaulted to single replica. Fixed: Scaled both frontend and backend to 2 replicas backed by Alembic advisory locking.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ADE80"/>
                </a:solidFill>
              </a:defRPr>
            </a:pPr>
            <a:r>
              <a:t>SLIDE 12  |  EVALUATION &amp;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Conclusion, Deliverables &amp; Final Score Estimate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Capstone evaluation summary against the official 100-mark grading rubric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Portfolio Deliverables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Complete code repository, documentation suite (FINAL_AUDIT, FINAL_VALIDATION_REPORT, ARCHITECTURE, DEMO_SCRIPT), and slide deck.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19272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29000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Locally Verified Modules (85/85)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M1 (10/10), M2 (10/10), M3 (5/5), M4 (10/10), M5 (15/15), M6 (5/5), M8 (15/15), M9 (10/10), M10 (5/5) — 100% verified.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443984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553712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Cloud Module M7 (10-12 / 15)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Terraform IaC fully implemented and validated ('Success'). 3-5 marks withheld honestly due to non-provisioned cloud infrastructure.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568696"/>
            <a:ext cx="10728655" cy="960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678424"/>
            <a:ext cx="10180015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▸  Realistic Score Range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95 – 97 / 100 — Production-grade capstone submission representing top-tier DevOps engineering.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